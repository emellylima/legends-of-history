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  <p:sldMasterId id="2147483672" r:id="rId2"/>
    <p:sldMasterId id="2147483762" r:id="rId3"/>
  </p:sldMasterIdLst>
  <p:sldIdLst>
    <p:sldId id="258" r:id="rId4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45"/>
    <p:restoredTop sz="94658"/>
  </p:normalViewPr>
  <p:slideViewPr>
    <p:cSldViewPr snapToGrid="0">
      <p:cViewPr varScale="1">
        <p:scale>
          <a:sx n="88" d="100"/>
          <a:sy n="88" d="100"/>
        </p:scale>
        <p:origin x="2480" y="219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0555D45-E2C2-367B-32B4-153951F299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72A2F04-59E3-D1A0-A417-211CAC1165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0CC5AC2-51EF-4552-F318-D5A209943B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5F21DD-B40A-5F4F-93B8-5B65B4DF4097}" type="datetimeFigureOut">
              <a:rPr lang="pt-BR" smtClean="0"/>
              <a:t>10/11/2025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C58BB00-AE4E-E1DC-E00A-5FA9A7DE8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5163FF7-8EAD-2FC6-E3F4-CE526AA5D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75C9A-8754-C144-A1D9-9C19625558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193633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2224BD-6664-2864-0AAB-7A89F4369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9AC2657-838D-AA37-15BF-8735494E21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6620FB2-C87E-43C4-8BF0-CBF3D5EFDD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5F21DD-B40A-5F4F-93B8-5B65B4DF4097}" type="datetimeFigureOut">
              <a:rPr lang="pt-BR" smtClean="0"/>
              <a:t>10/11/2025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3DA1D5A-FF50-2FAA-CE54-E372CA899D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38138A2-5FBD-5133-ECA7-87D9C3E6C3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75C9A-8754-C144-A1D9-9C19625558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329275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26DDB5-308E-F8FF-4F0F-192DF5E10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868253B7-C41B-B1C4-83B1-0C5F30B676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F254F98-7D18-2E2E-40BE-1E4972534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5F21DD-B40A-5F4F-93B8-5B65B4DF4097}" type="datetimeFigureOut">
              <a:rPr lang="pt-BR" smtClean="0"/>
              <a:t>10/11/2025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2092385-B759-474C-3D9E-49341CC4F2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21DF5BB-6E6D-0DD4-8E54-A8CCF05EAF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75C9A-8754-C144-A1D9-9C19625558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042726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9FDD12-7011-53A4-A147-07426E62B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24CA907-F6AC-B9E9-278C-2471723E43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2995CA5E-19BB-B739-0F0E-ECAEB532BB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CC7A2F2E-D57F-408C-0C42-B867614D91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5F21DD-B40A-5F4F-93B8-5B65B4DF4097}" type="datetimeFigureOut">
              <a:rPr lang="pt-BR" smtClean="0"/>
              <a:t>10/11/2025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7E685E16-EAC0-70CA-90E3-E487A0132C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F94C9243-169C-AEEF-5547-0131E1901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75C9A-8754-C144-A1D9-9C19625558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32369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B10AEE4-0774-F013-3D5C-61683A5118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E9C646C-A72E-77FD-577F-B68D837BC0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96C5711-BAAB-766A-8F5B-6AC51ABA0F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0AE155E2-C699-9AE3-730B-0B8F75FC1F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92FBADE7-C688-BDF1-1788-E1116B9AB21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55B14E1-A734-6B9B-8D26-D442BE0E1E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5F21DD-B40A-5F4F-93B8-5B65B4DF4097}" type="datetimeFigureOut">
              <a:rPr lang="pt-BR" smtClean="0"/>
              <a:t>10/11/2025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EEA1CA9E-EBF0-D6B3-D82B-ACC4AABEF7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34BB9D23-8EAE-4395-BF34-DF47053C6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75C9A-8754-C144-A1D9-9C19625558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051639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9F34743-F0E3-6FAA-6C15-7CA3F93307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590B559D-6ACE-320F-5F9F-E829FB18BC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5F21DD-B40A-5F4F-93B8-5B65B4DF4097}" type="datetimeFigureOut">
              <a:rPr lang="pt-BR" smtClean="0"/>
              <a:t>10/11/2025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FE266C02-B85F-396C-9686-46EA30DC6F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EBFE37BF-90F0-E271-71BB-56E813963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75C9A-8754-C144-A1D9-9C19625558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784576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FF6B0B45-E7E1-957D-3F2F-F9D8410666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5F21DD-B40A-5F4F-93B8-5B65B4DF4097}" type="datetimeFigureOut">
              <a:rPr lang="pt-BR" smtClean="0"/>
              <a:t>10/11/2025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81D8A24-F2D5-DE33-F05A-8ECD7CCF3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64E566C-10FB-2C46-0CE8-0795E2F213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75C9A-8754-C144-A1D9-9C19625558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88464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D58E008-799C-DE95-CBBF-6F41462F54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85E32D8-F23C-73E0-1678-E520C6211C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9987986A-BEED-84C8-A9D2-0B53F9EE77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DBDB4A1-D510-D26A-8072-75D43C4434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5F21DD-B40A-5F4F-93B8-5B65B4DF4097}" type="datetimeFigureOut">
              <a:rPr lang="pt-BR" smtClean="0"/>
              <a:t>10/11/2025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FA7368D-C72D-0DB1-392B-7885D2F1B8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E87C2E6-98EA-8000-A583-56B681FB8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75C9A-8754-C144-A1D9-9C19625558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62613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6E93F7-F8D5-B6B3-A763-E7231E3BFA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B66C7355-9BC4-6A57-D23C-8246587ACA3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B127AC60-09D8-E893-0204-017ADB5B77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3C4AD1C-F75C-8D0B-5F14-5EDE6A8A21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5F21DD-B40A-5F4F-93B8-5B65B4DF4097}" type="datetimeFigureOut">
              <a:rPr lang="pt-BR" smtClean="0"/>
              <a:t>10/11/2025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CEF89A47-C6BA-5A96-7747-97339F686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F47D836-75AC-2C62-D29A-993EB60BD3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75C9A-8754-C144-A1D9-9C19625558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61037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8FAA59-40D2-B80E-5E8A-8396B0C9CF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70915C1A-361B-EFEE-12F1-89939D9B7B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B95BDD9-0B69-72B2-210A-8AF381C83E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5F21DD-B40A-5F4F-93B8-5B65B4DF4097}" type="datetimeFigureOut">
              <a:rPr lang="pt-BR" smtClean="0"/>
              <a:t>10/11/2025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F327386-5E83-0CE3-9F85-A34FD310AA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57EF87B-152A-B63C-D97D-45CDE878E7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75C9A-8754-C144-A1D9-9C19625558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083331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D636435-62CE-5655-A514-75E9788D2C0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D66E0D7C-2F46-D63A-9FCE-8F78B0E7D3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AB69847-F53D-3AA2-6C01-6FE2CFDFB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5F21DD-B40A-5F4F-93B8-5B65B4DF4097}" type="datetimeFigureOut">
              <a:rPr lang="pt-BR" smtClean="0"/>
              <a:t>10/11/2025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25141FC-C1D0-8B26-6F91-87F791808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AA26AF6-0A97-C64B-9E3E-C59133719A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75C9A-8754-C144-A1D9-9C19625558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572869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2439D5D-46D6-0564-39BE-90ED1FC03B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27914A5-8CA2-88DC-617A-11F2D040BC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5B72DBA-D806-0AE1-85D7-193BDB34A7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1B8EF2-E1E6-D44D-BD0A-1AA28F287C6F}" type="datetimeFigureOut">
              <a:rPr lang="pt-BR" smtClean="0"/>
              <a:t>10/11/2025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D2BFE66-8362-C80D-2805-C0CB093E58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A3F4611-88E3-297F-5DA9-BF211628C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9B374-71F1-2645-AB8F-7AD03783ABF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0008011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C5D4A81-8990-0BE7-ECE7-30E2A64040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B941511-16D9-ADBF-1D23-2AE32E5CB7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0C2C1C9-530B-BEAC-7FCC-B8756A3BF8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1B8EF2-E1E6-D44D-BD0A-1AA28F287C6F}" type="datetimeFigureOut">
              <a:rPr lang="pt-BR" smtClean="0"/>
              <a:t>10/11/2025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BF4E8B7-D13E-937E-659A-62026BAA4F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8BF547E-C96A-172A-5BA2-B519D742E7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9B374-71F1-2645-AB8F-7AD03783ABF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728652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A18181-6D40-F3F6-6B9D-25C36A0D89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E9F3B53-AAE9-6647-A9B7-2908A8D2C3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4E7DD86-AF95-8384-D300-CF52D6C4BE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1B8EF2-E1E6-D44D-BD0A-1AA28F287C6F}" type="datetimeFigureOut">
              <a:rPr lang="pt-BR" smtClean="0"/>
              <a:t>10/11/2025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BB3E123-0D27-CBB0-0321-AA988FF55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6F24DF-B41E-B0E3-8917-933213F165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9B374-71F1-2645-AB8F-7AD03783ABF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5713339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47E7EB7-0324-C8A1-4506-C876DC400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2370ED1-70D9-54CD-F211-3A8210C6662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A81C8CE-E405-EAFE-9EEE-9DE5F13520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38747081-704F-678E-6D90-36426F4262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1B8EF2-E1E6-D44D-BD0A-1AA28F287C6F}" type="datetimeFigureOut">
              <a:rPr lang="pt-BR" smtClean="0"/>
              <a:t>10/11/2025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C01B7D2A-5102-D2E7-259D-9BFDDEC8F7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B315CEA-D495-FDFD-3F53-017D1B536E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9B374-71F1-2645-AB8F-7AD03783ABF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6959112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910760-7A47-3375-29E0-2380771CDA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1E1162BA-4B8D-B96F-9518-D2BB7A48D0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F175816-A281-59CC-9583-262AD58EEE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29703274-87A9-4581-3ADA-28ADB5305F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90B5FDFA-7B39-FDA9-D4B9-8392EEFD7A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BBD5083C-1DFC-5A37-4664-F91E247895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1B8EF2-E1E6-D44D-BD0A-1AA28F287C6F}" type="datetimeFigureOut">
              <a:rPr lang="pt-BR" smtClean="0"/>
              <a:t>10/11/2025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4D1F8C05-CBDC-89F1-C82A-5B2A7D31ED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37FE254A-90C2-DD05-9747-53AC44351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9B374-71F1-2645-AB8F-7AD03783ABF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728709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ADA49B-3283-FA0F-9EC1-07BDBDB85A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7BA0AA94-AD65-3932-9E63-A882A1A61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1B8EF2-E1E6-D44D-BD0A-1AA28F287C6F}" type="datetimeFigureOut">
              <a:rPr lang="pt-BR" smtClean="0"/>
              <a:t>10/11/2025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8BCFF75C-7650-7E12-2B82-FB8D3C51C4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D362F67D-827C-9550-CB45-83BD3F388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9B374-71F1-2645-AB8F-7AD03783ABF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72815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0EC8A979-6AE7-D24E-B35D-8B564E0B4F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1B8EF2-E1E6-D44D-BD0A-1AA28F287C6F}" type="datetimeFigureOut">
              <a:rPr lang="pt-BR" smtClean="0"/>
              <a:t>10/11/2025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6EA349DF-8DBE-B4EF-8233-41FB4DF708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C7403C0-FBD3-2F45-0EE9-14CA297CC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9B374-71F1-2645-AB8F-7AD03783ABF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4885524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535156-EAC5-5D58-A4C1-4163482B2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CFF80AB-B55B-2DE2-CB69-17D0BA35DD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F25936C6-4FB2-B0E6-C336-D478B7D322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F152E219-1265-56BB-9EFB-82E01B4E4F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1B8EF2-E1E6-D44D-BD0A-1AA28F287C6F}" type="datetimeFigureOut">
              <a:rPr lang="pt-BR" smtClean="0"/>
              <a:t>10/11/2025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1E7B35F8-6260-B55C-3842-E817DF6DC4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FB76931-3755-D757-57E7-A03B422117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9B374-71F1-2645-AB8F-7AD03783ABF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91758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CBDDE5-A893-74FE-6CED-10C41FC59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8EF3C8A8-B39A-0B9D-B941-458E6774A1E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AD19668-735F-C1B4-5E19-9C37105737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4BB69057-7371-5E5A-F20E-4EEF0B81F3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1B8EF2-E1E6-D44D-BD0A-1AA28F287C6F}" type="datetimeFigureOut">
              <a:rPr lang="pt-BR" smtClean="0"/>
              <a:t>10/11/2025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738B3436-A223-1232-E9EE-479FEB335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A44D87A-4354-72F3-9087-F505748CB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9B374-71F1-2645-AB8F-7AD03783ABF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3735579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1C4643-F917-0458-3445-DC519E350C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E8275B46-2B61-2EFE-95F9-C5770D50F7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58C6A1-2196-384E-0FD7-F044424AFE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1B8EF2-E1E6-D44D-BD0A-1AA28F287C6F}" type="datetimeFigureOut">
              <a:rPr lang="pt-BR" smtClean="0"/>
              <a:t>10/11/2025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01C4380-0B32-3E9B-43BB-44D1C33FA0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5E8493F-89A7-99CA-C963-19B078F56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9B374-71F1-2645-AB8F-7AD03783ABF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1424822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95FA5158-CFAC-431D-B7CF-DAA125E039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828A79AF-BD4A-F453-0611-C94004157E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A381B54-F7B9-80C1-7D6C-0CD93D1175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1B8EF2-E1E6-D44D-BD0A-1AA28F287C6F}" type="datetimeFigureOut">
              <a:rPr lang="pt-BR" smtClean="0"/>
              <a:t>10/11/2025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210DA04-719B-CEC5-1209-B613255618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EF0B1BB-4790-483A-0AF1-EEADB1735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9B374-71F1-2645-AB8F-7AD03783ABF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873867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D46ED-42EA-BE4F-BE64-0D6B7C73AD4C}" type="datetimeFigureOut">
              <a:rPr lang="pt-BR" smtClean="0"/>
              <a:t>10/11/2025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30072-3BDD-B24E-9944-F9672A60FE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5318169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D46ED-42EA-BE4F-BE64-0D6B7C73AD4C}" type="datetimeFigureOut">
              <a:rPr lang="pt-BR" smtClean="0"/>
              <a:t>10/11/2025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30072-3BDD-B24E-9944-F9672A60FE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133603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D46ED-42EA-BE4F-BE64-0D6B7C73AD4C}" type="datetimeFigureOut">
              <a:rPr lang="pt-BR" smtClean="0"/>
              <a:t>10/11/2025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30072-3BDD-B24E-9944-F9672A60FE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1464759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D46ED-42EA-BE4F-BE64-0D6B7C73AD4C}" type="datetimeFigureOut">
              <a:rPr lang="pt-BR" smtClean="0"/>
              <a:t>10/11/2025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30072-3BDD-B24E-9944-F9672A60FE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5346906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D46ED-42EA-BE4F-BE64-0D6B7C73AD4C}" type="datetimeFigureOut">
              <a:rPr lang="pt-BR" smtClean="0"/>
              <a:t>10/11/2025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30072-3BDD-B24E-9944-F9672A60FE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5940014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D46ED-42EA-BE4F-BE64-0D6B7C73AD4C}" type="datetimeFigureOut">
              <a:rPr lang="pt-BR" smtClean="0"/>
              <a:t>10/11/2025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30072-3BDD-B24E-9944-F9672A60FE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3042358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11/10/25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197095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D46ED-42EA-BE4F-BE64-0D6B7C73AD4C}" type="datetimeFigureOut">
              <a:rPr lang="pt-BR" smtClean="0"/>
              <a:t>10/11/2025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30072-3BDD-B24E-9944-F9672A60FE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6630888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D46ED-42EA-BE4F-BE64-0D6B7C73AD4C}" type="datetimeFigureOut">
              <a:rPr lang="pt-BR" smtClean="0"/>
              <a:t>10/11/2025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30072-3BDD-B24E-9944-F9672A60FE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7775565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D46ED-42EA-BE4F-BE64-0D6B7C73AD4C}" type="datetimeFigureOut">
              <a:rPr lang="pt-BR" smtClean="0"/>
              <a:t>10/11/2025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30072-3BDD-B24E-9944-F9672A60FE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908891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D46ED-42EA-BE4F-BE64-0D6B7C73AD4C}" type="datetimeFigureOut">
              <a:rPr lang="pt-BR" smtClean="0"/>
              <a:t>10/11/2025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30072-3BDD-B24E-9944-F9672A60FE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8879905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Espaço Reservado para Imagem 14">
            <a:extLst>
              <a:ext uri="{FF2B5EF4-FFF2-40B4-BE49-F238E27FC236}">
                <a16:creationId xmlns:a16="http://schemas.microsoft.com/office/drawing/2014/main" id="{D566D74D-56DF-DB6E-2D05-02CA8A65D0F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20709" y="496322"/>
            <a:ext cx="5864185" cy="5865352"/>
          </a:xfrm>
          <a:custGeom>
            <a:avLst/>
            <a:gdLst>
              <a:gd name="connsiteX0" fmla="*/ 3026967 w 5864185"/>
              <a:gd name="connsiteY0" fmla="*/ 4166400 h 5865352"/>
              <a:gd name="connsiteX1" fmla="*/ 3558938 w 5864185"/>
              <a:gd name="connsiteY1" fmla="*/ 4390865 h 5865352"/>
              <a:gd name="connsiteX2" fmla="*/ 4154377 w 5864185"/>
              <a:gd name="connsiteY2" fmla="*/ 4994198 h 5865352"/>
              <a:gd name="connsiteX3" fmla="*/ 3492013 w 5864185"/>
              <a:gd name="connsiteY3" fmla="*/ 5647896 h 5865352"/>
              <a:gd name="connsiteX4" fmla="*/ 2425160 w 5864185"/>
              <a:gd name="connsiteY4" fmla="*/ 5640871 h 5865352"/>
              <a:gd name="connsiteX5" fmla="*/ 1829721 w 5864185"/>
              <a:gd name="connsiteY5" fmla="*/ 5037539 h 5865352"/>
              <a:gd name="connsiteX6" fmla="*/ 2492085 w 5864185"/>
              <a:gd name="connsiteY6" fmla="*/ 4383840 h 5865352"/>
              <a:gd name="connsiteX7" fmla="*/ 3026967 w 5864185"/>
              <a:gd name="connsiteY7" fmla="*/ 4166400 h 5865352"/>
              <a:gd name="connsiteX8" fmla="*/ 1685219 w 5864185"/>
              <a:gd name="connsiteY8" fmla="*/ 895426 h 5865352"/>
              <a:gd name="connsiteX9" fmla="*/ 2423312 w 5864185"/>
              <a:gd name="connsiteY9" fmla="*/ 1643305 h 5865352"/>
              <a:gd name="connsiteX10" fmla="*/ 3490164 w 5864185"/>
              <a:gd name="connsiteY10" fmla="*/ 1650330 h 5865352"/>
              <a:gd name="connsiteX11" fmla="*/ 4177120 w 5864185"/>
              <a:gd name="connsiteY11" fmla="*/ 972363 h 5865352"/>
              <a:gd name="connsiteX12" fmla="*/ 5646729 w 5864185"/>
              <a:gd name="connsiteY12" fmla="*/ 2461454 h 5865352"/>
              <a:gd name="connsiteX13" fmla="*/ 5639704 w 5864185"/>
              <a:gd name="connsiteY13" fmla="*/ 3528307 h 5865352"/>
              <a:gd name="connsiteX14" fmla="*/ 4238776 w 5864185"/>
              <a:gd name="connsiteY14" fmla="*/ 4910905 h 5865352"/>
              <a:gd name="connsiteX15" fmla="*/ 3558937 w 5864185"/>
              <a:gd name="connsiteY15" fmla="*/ 4222053 h 5865352"/>
              <a:gd name="connsiteX16" fmla="*/ 2492084 w 5864185"/>
              <a:gd name="connsiteY16" fmla="*/ 4215028 h 5865352"/>
              <a:gd name="connsiteX17" fmla="*/ 1745321 w 5864185"/>
              <a:gd name="connsiteY17" fmla="*/ 4952021 h 5865352"/>
              <a:gd name="connsiteX18" fmla="*/ 217457 w 5864185"/>
              <a:gd name="connsiteY18" fmla="*/ 3403902 h 5865352"/>
              <a:gd name="connsiteX19" fmla="*/ 224482 w 5864185"/>
              <a:gd name="connsiteY19" fmla="*/ 2337049 h 5865352"/>
              <a:gd name="connsiteX20" fmla="*/ 2907054 w 5864185"/>
              <a:gd name="connsiteY20" fmla="*/ 17 h 5865352"/>
              <a:gd name="connsiteX21" fmla="*/ 3439026 w 5864185"/>
              <a:gd name="connsiteY21" fmla="*/ 224483 h 5865352"/>
              <a:gd name="connsiteX22" fmla="*/ 4092720 w 5864185"/>
              <a:gd name="connsiteY22" fmla="*/ 886843 h 5865352"/>
              <a:gd name="connsiteX23" fmla="*/ 3490163 w 5864185"/>
              <a:gd name="connsiteY23" fmla="*/ 1481515 h 5865352"/>
              <a:gd name="connsiteX24" fmla="*/ 2423310 w 5864185"/>
              <a:gd name="connsiteY24" fmla="*/ 1474491 h 5865352"/>
              <a:gd name="connsiteX25" fmla="*/ 1769616 w 5864185"/>
              <a:gd name="connsiteY25" fmla="*/ 812131 h 5865352"/>
              <a:gd name="connsiteX26" fmla="*/ 2372174 w 5864185"/>
              <a:gd name="connsiteY26" fmla="*/ 217458 h 5865352"/>
              <a:gd name="connsiteX27" fmla="*/ 2907054 w 5864185"/>
              <a:gd name="connsiteY27" fmla="*/ 17 h 58653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5864185" h="5865352">
                <a:moveTo>
                  <a:pt x="3026967" y="4166400"/>
                </a:moveTo>
                <a:cubicBezTo>
                  <a:pt x="3220030" y="4167672"/>
                  <a:pt x="3412607" y="4242594"/>
                  <a:pt x="3558938" y="4390865"/>
                </a:cubicBezTo>
                <a:lnTo>
                  <a:pt x="4154377" y="4994198"/>
                </a:lnTo>
                <a:lnTo>
                  <a:pt x="3492013" y="5647896"/>
                </a:lnTo>
                <a:cubicBezTo>
                  <a:pt x="3195469" y="5940560"/>
                  <a:pt x="2717823" y="5937415"/>
                  <a:pt x="2425160" y="5640871"/>
                </a:cubicBezTo>
                <a:lnTo>
                  <a:pt x="1829721" y="5037539"/>
                </a:lnTo>
                <a:lnTo>
                  <a:pt x="2492085" y="4383840"/>
                </a:lnTo>
                <a:cubicBezTo>
                  <a:pt x="2640355" y="4237509"/>
                  <a:pt x="2833904" y="4165129"/>
                  <a:pt x="3026967" y="4166400"/>
                </a:cubicBezTo>
                <a:close/>
                <a:moveTo>
                  <a:pt x="1685219" y="895426"/>
                </a:moveTo>
                <a:lnTo>
                  <a:pt x="2423312" y="1643305"/>
                </a:lnTo>
                <a:cubicBezTo>
                  <a:pt x="2715975" y="1939847"/>
                  <a:pt x="3193621" y="1942994"/>
                  <a:pt x="3490164" y="1650330"/>
                </a:cubicBezTo>
                <a:lnTo>
                  <a:pt x="4177120" y="972363"/>
                </a:lnTo>
                <a:lnTo>
                  <a:pt x="5646729" y="2461454"/>
                </a:lnTo>
                <a:cubicBezTo>
                  <a:pt x="5939392" y="2757997"/>
                  <a:pt x="5936247" y="3235643"/>
                  <a:pt x="5639704" y="3528307"/>
                </a:cubicBezTo>
                <a:lnTo>
                  <a:pt x="4238776" y="4910905"/>
                </a:lnTo>
                <a:lnTo>
                  <a:pt x="3558937" y="4222053"/>
                </a:lnTo>
                <a:cubicBezTo>
                  <a:pt x="3266273" y="3925510"/>
                  <a:pt x="2788627" y="3922364"/>
                  <a:pt x="2492084" y="4215028"/>
                </a:cubicBezTo>
                <a:lnTo>
                  <a:pt x="1745321" y="4952021"/>
                </a:lnTo>
                <a:lnTo>
                  <a:pt x="217457" y="3403902"/>
                </a:lnTo>
                <a:cubicBezTo>
                  <a:pt x="-75206" y="3107359"/>
                  <a:pt x="-72061" y="2629713"/>
                  <a:pt x="224482" y="2337049"/>
                </a:cubicBezTo>
                <a:close/>
                <a:moveTo>
                  <a:pt x="2907054" y="17"/>
                </a:moveTo>
                <a:cubicBezTo>
                  <a:pt x="3100116" y="1289"/>
                  <a:pt x="3292694" y="76211"/>
                  <a:pt x="3439026" y="224483"/>
                </a:cubicBezTo>
                <a:lnTo>
                  <a:pt x="4092720" y="886843"/>
                </a:lnTo>
                <a:lnTo>
                  <a:pt x="3490163" y="1481515"/>
                </a:lnTo>
                <a:cubicBezTo>
                  <a:pt x="3193620" y="1774180"/>
                  <a:pt x="2715974" y="1771033"/>
                  <a:pt x="2423310" y="1474491"/>
                </a:cubicBezTo>
                <a:lnTo>
                  <a:pt x="1769616" y="812131"/>
                </a:lnTo>
                <a:lnTo>
                  <a:pt x="2372174" y="217458"/>
                </a:lnTo>
                <a:cubicBezTo>
                  <a:pt x="2520445" y="71126"/>
                  <a:pt x="2713992" y="-1254"/>
                  <a:pt x="2907054" y="17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979729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slideLayout" Target="../slideLayouts/slideLayout34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B752F920-EF12-FCE7-82EA-6175B2C5C8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F56FB7E-5334-509B-C306-2062928EB9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868B802-D53D-14BE-4BE1-D8BA2B59663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5F21DD-B40A-5F4F-93B8-5B65B4DF4097}" type="datetimeFigureOut">
              <a:rPr lang="pt-BR" smtClean="0"/>
              <a:t>10/11/2025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560C24D-3BF2-A836-63CB-122C10C2AC4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DC747A1-BAB2-6CA5-F655-7B93213858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A75C9A-8754-C144-A1D9-9C19625558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60010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4D77CF0E-4432-D734-023A-4C216B0634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9A3307B-E44F-C335-BFC1-3742020BCA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AAAB608-10CF-5822-E54A-899F2A1F35D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1B8EF2-E1E6-D44D-BD0A-1AA28F287C6F}" type="datetimeFigureOut">
              <a:rPr lang="pt-BR" smtClean="0"/>
              <a:t>10/11/2025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254DB2B-4110-651F-5A07-8AE2EA65B8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3290338-CB57-144F-1AA2-EDC0402662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39B374-71F1-2645-AB8F-7AD03783ABF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490080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5F21DD-B40A-5F4F-93B8-5B65B4DF4097}" type="datetimeFigureOut">
              <a:rPr lang="pt-BR" smtClean="0"/>
              <a:t>10/11/2025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A75C9A-8754-C144-A1D9-9C19625558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07862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3" r:id="rId1"/>
    <p:sldLayoutId id="2147483764" r:id="rId2"/>
    <p:sldLayoutId id="2147483765" r:id="rId3"/>
    <p:sldLayoutId id="2147483766" r:id="rId4"/>
    <p:sldLayoutId id="2147483767" r:id="rId5"/>
    <p:sldLayoutId id="2147483768" r:id="rId6"/>
    <p:sldLayoutId id="2147483769" r:id="rId7"/>
    <p:sldLayoutId id="2147483770" r:id="rId8"/>
    <p:sldLayoutId id="2147483771" r:id="rId9"/>
    <p:sldLayoutId id="2147483772" r:id="rId10"/>
    <p:sldLayoutId id="2147483773" r:id="rId11"/>
    <p:sldLayoutId id="2147483774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Espaço Reservado para Imagem 3" descr="Código QR&#10;&#10;O conteúdo gerado por IA pode estar incorreto.">
            <a:extLst>
              <a:ext uri="{FF2B5EF4-FFF2-40B4-BE49-F238E27FC236}">
                <a16:creationId xmlns:a16="http://schemas.microsoft.com/office/drawing/2014/main" id="{28E34EBB-4E01-A5BD-E54A-437DD386237B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 l="22667" r="22667"/>
          <a:stretch>
            <a:fillRect/>
          </a:stretch>
        </p:blipFill>
        <p:spPr>
          <a:xfrm>
            <a:off x="551049" y="1092200"/>
            <a:ext cx="4672672" cy="4673600"/>
          </a:xfrm>
          <a:gradFill>
            <a:gsLst>
              <a:gs pos="18000">
                <a:schemeClr val="accent2">
                  <a:lumMod val="89000"/>
                </a:schemeClr>
              </a:gs>
              <a:gs pos="93000">
                <a:schemeClr val="accent2">
                  <a:lumMod val="89000"/>
                </a:schemeClr>
              </a:gs>
              <a:gs pos="91000">
                <a:schemeClr val="accent2">
                  <a:lumMod val="75000"/>
                </a:schemeClr>
              </a:gs>
              <a:gs pos="97000">
                <a:schemeClr val="accent2">
                  <a:lumMod val="70000"/>
                </a:schemeClr>
              </a:gs>
            </a:gsLst>
            <a:path path="circle">
              <a:fillToRect l="50000" t="50000" r="50000" b="50000"/>
            </a:path>
          </a:gradFill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A5B3FF6C-F0AA-88D8-A8B3-68D390A92CE5}"/>
              </a:ext>
            </a:extLst>
          </p:cNvPr>
          <p:cNvSpPr txBox="1"/>
          <p:nvPr/>
        </p:nvSpPr>
        <p:spPr>
          <a:xfrm>
            <a:off x="-4122057" y="-326571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79636570"/>
      </p:ext>
    </p:extLst>
  </p:cSld>
  <p:clrMapOvr>
    <a:masterClrMapping/>
  </p:clrMapOvr>
</p:sld>
</file>

<file path=ppt/theme/theme1.xml><?xml version="1.0" encoding="utf-8"?>
<a:theme xmlns:a="http://schemas.openxmlformats.org/drawingml/2006/main" name="Personalizar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Personalizar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o Office">
  <a:themeElements>
    <a:clrScheme name="Tema do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o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464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3</vt:i4>
      </vt:variant>
      <vt:variant>
        <vt:lpstr>Títulos de slides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Personalizar design</vt:lpstr>
      <vt:lpstr>1_Personalizar design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EMELLY DA PAIXAO LIMA</dc:creator>
  <cp:lastModifiedBy>EMELLY DA PAIXAO LIMA</cp:lastModifiedBy>
  <cp:revision>2</cp:revision>
  <dcterms:created xsi:type="dcterms:W3CDTF">2025-11-10T18:10:44Z</dcterms:created>
  <dcterms:modified xsi:type="dcterms:W3CDTF">2025-11-11T04:37:52Z</dcterms:modified>
</cp:coreProperties>
</file>