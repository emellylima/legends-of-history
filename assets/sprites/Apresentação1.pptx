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sldIdLst>
    <p:sldId id="257" r:id="rId4"/>
    <p:sldId id="25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>
        <p:scale>
          <a:sx n="67" d="100"/>
          <a:sy n="67" d="100"/>
        </p:scale>
        <p:origin x="2304" y="1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9D492-E389-C70C-1C00-9B8642A3F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9BE576-76A9-9D7C-3075-0D9DF50D5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0542CD-35D1-4BC8-C6FD-1FF17E146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46ED-42EA-BE4F-BE64-0D6B7C73AD4C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FCB9FB-A7E9-24DA-E887-30F4C9617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19387B-07A9-72E5-64F3-AE52DED3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30072-3BDD-B24E-9944-F9672A60FE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255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a Livre 14">
            <a:extLst>
              <a:ext uri="{FF2B5EF4-FFF2-40B4-BE49-F238E27FC236}">
                <a16:creationId xmlns:a16="http://schemas.microsoft.com/office/drawing/2014/main" id="{D566D74D-56DF-DB6E-2D05-02CA8A65D0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0709" y="496322"/>
            <a:ext cx="5864185" cy="5865352"/>
          </a:xfrm>
          <a:custGeom>
            <a:avLst/>
            <a:gdLst>
              <a:gd name="connsiteX0" fmla="*/ 3026967 w 5864185"/>
              <a:gd name="connsiteY0" fmla="*/ 4166400 h 5865352"/>
              <a:gd name="connsiteX1" fmla="*/ 3558938 w 5864185"/>
              <a:gd name="connsiteY1" fmla="*/ 4390865 h 5865352"/>
              <a:gd name="connsiteX2" fmla="*/ 4154377 w 5864185"/>
              <a:gd name="connsiteY2" fmla="*/ 4994198 h 5865352"/>
              <a:gd name="connsiteX3" fmla="*/ 3492013 w 5864185"/>
              <a:gd name="connsiteY3" fmla="*/ 5647896 h 5865352"/>
              <a:gd name="connsiteX4" fmla="*/ 2425160 w 5864185"/>
              <a:gd name="connsiteY4" fmla="*/ 5640871 h 5865352"/>
              <a:gd name="connsiteX5" fmla="*/ 1829721 w 5864185"/>
              <a:gd name="connsiteY5" fmla="*/ 5037539 h 5865352"/>
              <a:gd name="connsiteX6" fmla="*/ 2492085 w 5864185"/>
              <a:gd name="connsiteY6" fmla="*/ 4383840 h 5865352"/>
              <a:gd name="connsiteX7" fmla="*/ 3026967 w 5864185"/>
              <a:gd name="connsiteY7" fmla="*/ 4166400 h 5865352"/>
              <a:gd name="connsiteX8" fmla="*/ 1685219 w 5864185"/>
              <a:gd name="connsiteY8" fmla="*/ 895426 h 5865352"/>
              <a:gd name="connsiteX9" fmla="*/ 2423312 w 5864185"/>
              <a:gd name="connsiteY9" fmla="*/ 1643305 h 5865352"/>
              <a:gd name="connsiteX10" fmla="*/ 3490164 w 5864185"/>
              <a:gd name="connsiteY10" fmla="*/ 1650330 h 5865352"/>
              <a:gd name="connsiteX11" fmla="*/ 4177120 w 5864185"/>
              <a:gd name="connsiteY11" fmla="*/ 972363 h 5865352"/>
              <a:gd name="connsiteX12" fmla="*/ 5646729 w 5864185"/>
              <a:gd name="connsiteY12" fmla="*/ 2461454 h 5865352"/>
              <a:gd name="connsiteX13" fmla="*/ 5639704 w 5864185"/>
              <a:gd name="connsiteY13" fmla="*/ 3528307 h 5865352"/>
              <a:gd name="connsiteX14" fmla="*/ 4238776 w 5864185"/>
              <a:gd name="connsiteY14" fmla="*/ 4910905 h 5865352"/>
              <a:gd name="connsiteX15" fmla="*/ 3558937 w 5864185"/>
              <a:gd name="connsiteY15" fmla="*/ 4222053 h 5865352"/>
              <a:gd name="connsiteX16" fmla="*/ 2492084 w 5864185"/>
              <a:gd name="connsiteY16" fmla="*/ 4215028 h 5865352"/>
              <a:gd name="connsiteX17" fmla="*/ 1745321 w 5864185"/>
              <a:gd name="connsiteY17" fmla="*/ 4952021 h 5865352"/>
              <a:gd name="connsiteX18" fmla="*/ 217457 w 5864185"/>
              <a:gd name="connsiteY18" fmla="*/ 3403902 h 5865352"/>
              <a:gd name="connsiteX19" fmla="*/ 224482 w 5864185"/>
              <a:gd name="connsiteY19" fmla="*/ 2337049 h 5865352"/>
              <a:gd name="connsiteX20" fmla="*/ 2907054 w 5864185"/>
              <a:gd name="connsiteY20" fmla="*/ 17 h 5865352"/>
              <a:gd name="connsiteX21" fmla="*/ 3439026 w 5864185"/>
              <a:gd name="connsiteY21" fmla="*/ 224483 h 5865352"/>
              <a:gd name="connsiteX22" fmla="*/ 4092720 w 5864185"/>
              <a:gd name="connsiteY22" fmla="*/ 886843 h 5865352"/>
              <a:gd name="connsiteX23" fmla="*/ 3490163 w 5864185"/>
              <a:gd name="connsiteY23" fmla="*/ 1481515 h 5865352"/>
              <a:gd name="connsiteX24" fmla="*/ 2423310 w 5864185"/>
              <a:gd name="connsiteY24" fmla="*/ 1474491 h 5865352"/>
              <a:gd name="connsiteX25" fmla="*/ 1769616 w 5864185"/>
              <a:gd name="connsiteY25" fmla="*/ 812131 h 5865352"/>
              <a:gd name="connsiteX26" fmla="*/ 2372174 w 5864185"/>
              <a:gd name="connsiteY26" fmla="*/ 217458 h 5865352"/>
              <a:gd name="connsiteX27" fmla="*/ 2907054 w 5864185"/>
              <a:gd name="connsiteY27" fmla="*/ 17 h 5865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864185" h="5865352">
                <a:moveTo>
                  <a:pt x="3026967" y="4166400"/>
                </a:moveTo>
                <a:cubicBezTo>
                  <a:pt x="3220030" y="4167672"/>
                  <a:pt x="3412607" y="4242594"/>
                  <a:pt x="3558938" y="4390865"/>
                </a:cubicBezTo>
                <a:lnTo>
                  <a:pt x="4154377" y="4994198"/>
                </a:lnTo>
                <a:lnTo>
                  <a:pt x="3492013" y="5647896"/>
                </a:lnTo>
                <a:cubicBezTo>
                  <a:pt x="3195469" y="5940560"/>
                  <a:pt x="2717823" y="5937415"/>
                  <a:pt x="2425160" y="5640871"/>
                </a:cubicBezTo>
                <a:lnTo>
                  <a:pt x="1829721" y="5037539"/>
                </a:lnTo>
                <a:lnTo>
                  <a:pt x="2492085" y="4383840"/>
                </a:lnTo>
                <a:cubicBezTo>
                  <a:pt x="2640355" y="4237509"/>
                  <a:pt x="2833904" y="4165129"/>
                  <a:pt x="3026967" y="4166400"/>
                </a:cubicBezTo>
                <a:close/>
                <a:moveTo>
                  <a:pt x="1685219" y="895426"/>
                </a:moveTo>
                <a:lnTo>
                  <a:pt x="2423312" y="1643305"/>
                </a:lnTo>
                <a:cubicBezTo>
                  <a:pt x="2715975" y="1939847"/>
                  <a:pt x="3193621" y="1942994"/>
                  <a:pt x="3490164" y="1650330"/>
                </a:cubicBezTo>
                <a:lnTo>
                  <a:pt x="4177120" y="972363"/>
                </a:lnTo>
                <a:lnTo>
                  <a:pt x="5646729" y="2461454"/>
                </a:lnTo>
                <a:cubicBezTo>
                  <a:pt x="5939392" y="2757997"/>
                  <a:pt x="5936247" y="3235643"/>
                  <a:pt x="5639704" y="3528307"/>
                </a:cubicBezTo>
                <a:lnTo>
                  <a:pt x="4238776" y="4910905"/>
                </a:lnTo>
                <a:lnTo>
                  <a:pt x="3558937" y="4222053"/>
                </a:lnTo>
                <a:cubicBezTo>
                  <a:pt x="3266273" y="3925510"/>
                  <a:pt x="2788627" y="3922364"/>
                  <a:pt x="2492084" y="4215028"/>
                </a:cubicBezTo>
                <a:lnTo>
                  <a:pt x="1745321" y="4952021"/>
                </a:lnTo>
                <a:lnTo>
                  <a:pt x="217457" y="3403902"/>
                </a:lnTo>
                <a:cubicBezTo>
                  <a:pt x="-75206" y="3107359"/>
                  <a:pt x="-72061" y="2629713"/>
                  <a:pt x="224482" y="2337049"/>
                </a:cubicBezTo>
                <a:close/>
                <a:moveTo>
                  <a:pt x="2907054" y="17"/>
                </a:moveTo>
                <a:cubicBezTo>
                  <a:pt x="3100116" y="1289"/>
                  <a:pt x="3292694" y="76211"/>
                  <a:pt x="3439026" y="224483"/>
                </a:cubicBezTo>
                <a:lnTo>
                  <a:pt x="4092720" y="886843"/>
                </a:lnTo>
                <a:lnTo>
                  <a:pt x="3490163" y="1481515"/>
                </a:lnTo>
                <a:cubicBezTo>
                  <a:pt x="3193620" y="1774180"/>
                  <a:pt x="2715974" y="1771033"/>
                  <a:pt x="2423310" y="1474491"/>
                </a:cubicBezTo>
                <a:lnTo>
                  <a:pt x="1769616" y="812131"/>
                </a:lnTo>
                <a:lnTo>
                  <a:pt x="2372174" y="217458"/>
                </a:lnTo>
                <a:cubicBezTo>
                  <a:pt x="2520445" y="71126"/>
                  <a:pt x="2713992" y="-1254"/>
                  <a:pt x="2907054" y="1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212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8F8CE-71A8-BF05-5E2F-BCEA6F373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046CC2-81C1-BF43-4824-87C3F50A2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EED6CE-E049-F537-D680-E60EDAE52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46ED-42EA-BE4F-BE64-0D6B7C73AD4C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790273-526E-AA47-F857-CEEAC407F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345DA0-C714-4AC8-4B73-8DA31A06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30072-3BDD-B24E-9944-F9672A60FE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66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BCB61-DF68-0126-9A39-6ACD6018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5D49A5-0A2C-1E4D-A2F0-EFD5BCFE1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2656EB-D55F-C47E-E117-1D11F3AC2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450FFC-F05B-5587-8A47-80F256E7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46ED-42EA-BE4F-BE64-0D6B7C73AD4C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9FEEFF-9160-745B-A198-14221413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108525-9B12-7242-0A25-8B921892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30072-3BDD-B24E-9944-F9672A60FE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58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E3C3F-BD49-A7A0-840C-99815369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6E1135-A9BE-9C87-8727-E0E7DDFD6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2C6263-D235-0427-14AC-D38161364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D55831-85B3-9DA3-C0D7-28209F603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2C9B7BB-B086-21AC-ACCD-E1EFA35EC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E5B9D4C-45EF-E9E9-364B-257D4C2A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46ED-42EA-BE4F-BE64-0D6B7C73AD4C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9A88524-7B9A-AF3F-9D81-30FFA6D8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B4AD36E-F687-4609-35F6-4E3F9EF9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30072-3BDD-B24E-9944-F9672A60FE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541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0CD6E-654E-051B-6D0F-FAB3B10A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53D3BF-2DD4-44AC-293C-729E14D2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46ED-42EA-BE4F-BE64-0D6B7C73AD4C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AA8CC8A-8001-33B8-DBD6-4C0EC4C4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A666BB-6563-CB48-FD42-7C575EE4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30072-3BDD-B24E-9944-F9672A60FE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38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62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2EC89-11F0-5D6B-A92E-E271D32B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82123E-BC98-07E4-216A-1544CCCFC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4D7ADA-B2DA-B796-418D-18F5B745C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94F32C-5D0E-8D28-69C9-A963DF65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46ED-42EA-BE4F-BE64-0D6B7C73AD4C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5E3181-2734-1502-BBCD-7E1CE78E1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C5D565-5929-C58E-FC1F-B1CB896D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30072-3BDD-B24E-9944-F9672A60FE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76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A068E-CDFF-5B57-68BB-E6FD012B4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9FEE665-293B-7E72-3229-49EDFD25F1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D22500-046C-A28D-85A1-AF3E6F645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C59ADF-3BB8-3852-5186-23EBC2DA8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46ED-42EA-BE4F-BE64-0D6B7C73AD4C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016BCA-3C62-C8CD-49AB-74D9DB46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D62EAC-D2E9-371B-66FE-8E80D778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30072-3BDD-B24E-9944-F9672A60FE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70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5257B6-9927-0519-AEA1-659E12E2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F2C148-FDF9-BB1E-8A54-1E66035BD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A1BFBD-C108-EA83-751E-5B2F0C7D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46ED-42EA-BE4F-BE64-0D6B7C73AD4C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C0D5C3-8DAC-FF1B-E54A-FA21BACF3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16B49A-7E2D-EAF9-648F-E87E9739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30072-3BDD-B24E-9944-F9672A60FE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91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CFD650-8A0C-48C8-2078-4EAB830A31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FBC010-2E65-71EB-1E17-FEFD8CD05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591BCF-6DBE-D316-8832-CAFBE7D63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46ED-42EA-BE4F-BE64-0D6B7C73AD4C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F1B6D7-7322-8BC0-5E12-C24D3939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6DA9B9-FC1B-4B9F-4B08-1231D9CB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30072-3BDD-B24E-9944-F9672A60FE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403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55D45-E2C2-367B-32B4-153951F29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2A2F04-59E3-D1A0-A417-211CAC116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CC5AC2-51EF-4552-F318-D5A20994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58BB00-AE4E-E1DC-E00A-5FA9A7DE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163FF7-8EAD-2FC6-E3F4-CE526AA5D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363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224BD-6664-2864-0AAB-7A89F436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AC2657-838D-AA37-15BF-8735494E2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620FB2-C87E-43C4-8BF0-CBF3D5EFD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DA1D5A-FF50-2FAA-CE54-E372CA89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8138A2-5FBD-5133-ECA7-87D9C3E6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927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6DDB5-308E-F8FF-4F0F-192DF5E10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8253B7-C41B-B1C4-83B1-0C5F30B67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254F98-7D18-2E2E-40BE-1E497253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092385-B759-474C-3D9E-49341CC4F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1DF5BB-6E6D-0DD4-8E54-A8CCF05EA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4272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FDD12-7011-53A4-A147-07426E62B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4CA907-F6AC-B9E9-278C-2471723E43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95CA5E-19BB-B739-0F0E-ECAEB532B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7A2F2E-D57F-408C-0C42-B867614D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685E16-EAC0-70CA-90E3-E487A013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4C9243-169C-AEEF-5547-0131E190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2369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0AEE4-0774-F013-3D5C-61683A51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9C646C-A72E-77FD-577F-B68D837BC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6C5711-BAAB-766A-8F5B-6AC51ABA0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AE155E2-C699-9AE3-730B-0B8F75FC1F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FBADE7-C688-BDF1-1788-E1116B9AB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5B14E1-A734-6B9B-8D26-D442BE0E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EA1CA9E-EBF0-D6B3-D82B-ACC4AABE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4BB9D23-8EAE-4395-BF34-DF47053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163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34743-F0E3-6FAA-6C15-7CA3F933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90B559D-6ACE-320F-5F9F-E829FB18B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266C02-B85F-396C-9686-46EA30DC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BFE37BF-90F0-E271-71BB-56E813963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8457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F6B0B45-E7E1-957D-3F2F-F9D84106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81D8A24-F2D5-DE33-F05A-8ECD7CCF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4E566C-10FB-2C46-0CE8-0795E2F2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846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8E008-799C-DE95-CBBF-6F41462F5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5E32D8-F23C-73E0-1678-E520C6211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87986A-BEED-84C8-A9D2-0B53F9EE7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BDB4A1-D510-D26A-8072-75D43C443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A7368D-C72D-0DB1-392B-7885D2F1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87C2E6-98EA-8000-A583-56B681FB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613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E93F7-F8D5-B6B3-A763-E7231E3BF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6C7355-9BC4-6A57-D23C-8246587AC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27AC60-09D8-E893-0204-017ADB5B7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3C4AD1C-F75C-8D0B-5F14-5EDE6A8A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F89A47-C6BA-5A96-7747-97339F686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47D836-75AC-2C62-D29A-993EB60B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10373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FAA59-40D2-B80E-5E8A-8396B0C9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915C1A-361B-EFEE-12F1-89939D9B7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95BDD9-0B69-72B2-210A-8AF381C8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327386-5E83-0CE3-9F85-A34FD310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7EF87B-152A-B63C-D97D-45CDE878E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83331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636435-62CE-5655-A514-75E9788D2C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6E0D7C-2F46-D63A-9FCE-8F78B0E7D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B69847-F53D-3AA2-6C01-6FE2CFDF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5141FC-C1D0-8B26-6F91-87F79180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A26AF6-0A97-C64B-9E3E-C5913371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286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39D5D-46D6-0564-39BE-90ED1FC0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7914A5-8CA2-88DC-617A-11F2D040B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B72DBA-D806-0AE1-85D7-193BDB3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2BFE66-8362-C80D-2805-C0CB093E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3F4611-88E3-297F-5DA9-BF211628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00801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D4A81-8990-0BE7-ECE7-30E2A6404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41511-16D9-ADBF-1D23-2AE32E5CB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C2C1C9-530B-BEAC-7FCC-B8756A3BF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F4E8B7-D13E-937E-659A-62026BAA4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BF547E-C96A-172A-5BA2-B519D742E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2865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18181-6D40-F3F6-6B9D-25C36A0D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E9F3B53-AAE9-6647-A9B7-2908A8D2C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E7DD86-AF95-8384-D300-CF52D6C4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B3E123-0D27-CBB0-0321-AA988FF5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6F24DF-B41E-B0E3-8917-933213F16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1333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E7EB7-0324-C8A1-4506-C876DC400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370ED1-70D9-54CD-F211-3A8210C66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81C8CE-E405-EAFE-9EEE-9DE5F1352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747081-704F-678E-6D90-36426F426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1B7D2A-5102-D2E7-259D-9BFDDEC8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315CEA-D495-FDFD-3F53-017D1B53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95911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10760-7A47-3375-29E0-2380771C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1162BA-4B8D-B96F-9518-D2BB7A48D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175816-A281-59CC-9583-262AD58EE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9703274-87A9-4581-3ADA-28ADB5305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B5FDFA-7B39-FDA9-D4B9-8392EEFD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D5083C-1DFC-5A37-4664-F91E2478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1F8C05-CBDC-89F1-C82A-5B2A7D31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FE254A-90C2-DD05-9747-53AC44351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8709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DA49B-3283-FA0F-9EC1-07BDBDB8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BA0AA94-AD65-3932-9E63-A882A1A6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BCFF75C-7650-7E12-2B82-FB8D3C51C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62F67D-827C-9550-CB45-83BD3F38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281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EC8A979-6AE7-D24E-B35D-8B564E0B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A349DF-8DBE-B4EF-8233-41FB4DF7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7403C0-FBD3-2F45-0EE9-14CA297C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8552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35156-EAC5-5D58-A4C1-4163482B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FF80AB-B55B-2DE2-CB69-17D0BA35D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5936C6-4FB2-B0E6-C336-D478B7D32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52E219-1265-56BB-9EFB-82E01B4E4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7B35F8-6260-B55C-3842-E817DF6D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B76931-3755-D757-57E7-A03B4221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75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BDDE5-A893-74FE-6CED-10C41FC5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EF3C8A8-B39A-0B9D-B941-458E6774A1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D19668-735F-C1B4-5E19-9C3710573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B69057-7371-5E5A-F20E-4EEF0B81F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8B3436-A223-1232-E9EE-479FEB33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44D87A-4354-72F3-9087-F505748C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3557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C4643-F917-0458-3445-DC519E35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275B46-2B61-2EFE-95F9-C5770D50F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58C6A1-2196-384E-0FD7-F044424AF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1C4380-0B32-3E9B-43BB-44D1C33F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E8493F-89A7-99CA-C963-19B078F5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2482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FA5158-CFAC-431D-B7CF-DAA125E03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8A79AF-BD4A-F453-0611-C94004157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381B54-F7B9-80C1-7D6C-0CD93D117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10DA04-719B-CEC5-1209-B61325561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F0B1BB-4790-483A-0AF1-EEADB1735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73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C724AF-B242-7220-3DD3-72B954C9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D4D0A0-CB2B-071E-8D86-272DEC9EE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3BD92F-B6B0-5017-8FAE-546E8E823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D46ED-42EA-BE4F-BE64-0D6B7C73AD4C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FBFFB2-A713-97FE-A37F-2638D9711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7546B6-EB20-4A61-717C-755AEADEB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E30072-3BDD-B24E-9944-F9672A60FE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933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752F920-EF12-FCE7-82EA-6175B2C5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56FB7E-5334-509B-C306-2062928EB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68B802-D53D-14BE-4BE1-D8BA2B596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F21DD-B40A-5F4F-93B8-5B65B4DF4097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60C24D-3BF2-A836-63CB-122C10C2A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C747A1-BAB2-6CA5-F655-7B9321385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75C9A-8754-C144-A1D9-9C19625558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00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D77CF0E-4432-D734-023A-4C216B063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A3307B-E44F-C335-BFC1-3742020BC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AAB608-10CF-5822-E54A-899F2A1F3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B8EF2-E1E6-D44D-BD0A-1AA28F287C6F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54DB2B-4110-651F-5A07-8AE2EA65B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290338-CB57-144F-1AA2-EDC040266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9B374-71F1-2645-AB8F-7AD03783AB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900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rma Livre 31">
            <a:extLst>
              <a:ext uri="{FF2B5EF4-FFF2-40B4-BE49-F238E27FC236}">
                <a16:creationId xmlns:a16="http://schemas.microsoft.com/office/drawing/2014/main" id="{250C7FA1-F1A9-73AB-1474-F78DCA55966A}"/>
              </a:ext>
            </a:extLst>
          </p:cNvPr>
          <p:cNvSpPr/>
          <p:nvPr/>
        </p:nvSpPr>
        <p:spPr>
          <a:xfrm rot="13522637">
            <a:off x="1026943" y="1165860"/>
            <a:ext cx="4651718" cy="4526280"/>
          </a:xfrm>
          <a:custGeom>
            <a:avLst/>
            <a:gdLst>
              <a:gd name="connsiteX0" fmla="*/ 1381118 w 4651718"/>
              <a:gd name="connsiteY0" fmla="*/ 1464056 h 4526280"/>
              <a:gd name="connsiteX1" fmla="*/ 847680 w 4651718"/>
              <a:gd name="connsiteY1" fmla="*/ 1685013 h 4526280"/>
              <a:gd name="connsiteX2" fmla="*/ 2 w 4651718"/>
              <a:gd name="connsiteY2" fmla="*/ 1685013 h 4526280"/>
              <a:gd name="connsiteX3" fmla="*/ 2 w 4651718"/>
              <a:gd name="connsiteY3" fmla="*/ 754396 h 4526280"/>
              <a:gd name="connsiteX4" fmla="*/ 754397 w 4651718"/>
              <a:gd name="connsiteY4" fmla="*/ 1 h 4526280"/>
              <a:gd name="connsiteX5" fmla="*/ 1602075 w 4651718"/>
              <a:gd name="connsiteY5" fmla="*/ 1 h 4526280"/>
              <a:gd name="connsiteX6" fmla="*/ 1602075 w 4651718"/>
              <a:gd name="connsiteY6" fmla="*/ 930618 h 4526280"/>
              <a:gd name="connsiteX7" fmla="*/ 1381118 w 4651718"/>
              <a:gd name="connsiteY7" fmla="*/ 1464056 h 4526280"/>
              <a:gd name="connsiteX8" fmla="*/ 4651717 w 4651718"/>
              <a:gd name="connsiteY8" fmla="*/ 2806718 h 4526280"/>
              <a:gd name="connsiteX9" fmla="*/ 3600953 w 4651718"/>
              <a:gd name="connsiteY9" fmla="*/ 2806718 h 4526280"/>
              <a:gd name="connsiteX10" fmla="*/ 2846559 w 4651718"/>
              <a:gd name="connsiteY10" fmla="*/ 3561112 h 4526280"/>
              <a:gd name="connsiteX11" fmla="*/ 2846558 w 4651718"/>
              <a:gd name="connsiteY11" fmla="*/ 4526279 h 4526280"/>
              <a:gd name="connsiteX12" fmla="*/ 754396 w 4651718"/>
              <a:gd name="connsiteY12" fmla="*/ 4526280 h 4526280"/>
              <a:gd name="connsiteX13" fmla="*/ 0 w 4651718"/>
              <a:gd name="connsiteY13" fmla="*/ 3771885 h 4526280"/>
              <a:gd name="connsiteX14" fmla="*/ 1 w 4651718"/>
              <a:gd name="connsiteY14" fmla="*/ 1803592 h 4526280"/>
              <a:gd name="connsiteX15" fmla="*/ 967833 w 4651718"/>
              <a:gd name="connsiteY15" fmla="*/ 1803592 h 4526280"/>
              <a:gd name="connsiteX16" fmla="*/ 1722228 w 4651718"/>
              <a:gd name="connsiteY16" fmla="*/ 1049197 h 4526280"/>
              <a:gd name="connsiteX17" fmla="*/ 1722228 w 4651718"/>
              <a:gd name="connsiteY17" fmla="*/ 0 h 4526280"/>
              <a:gd name="connsiteX18" fmla="*/ 3897323 w 4651718"/>
              <a:gd name="connsiteY18" fmla="*/ 0 h 4526280"/>
              <a:gd name="connsiteX19" fmla="*/ 4651718 w 4651718"/>
              <a:gd name="connsiteY19" fmla="*/ 754395 h 4526280"/>
              <a:gd name="connsiteX20" fmla="*/ 4430762 w 4651718"/>
              <a:gd name="connsiteY20" fmla="*/ 4305323 h 4526280"/>
              <a:gd name="connsiteX21" fmla="*/ 3897323 w 4651718"/>
              <a:gd name="connsiteY21" fmla="*/ 4526280 h 4526280"/>
              <a:gd name="connsiteX22" fmla="*/ 2966712 w 4651718"/>
              <a:gd name="connsiteY22" fmla="*/ 4526280 h 4526280"/>
              <a:gd name="connsiteX23" fmla="*/ 2966713 w 4651718"/>
              <a:gd name="connsiteY23" fmla="*/ 3679693 h 4526280"/>
              <a:gd name="connsiteX24" fmla="*/ 3721108 w 4651718"/>
              <a:gd name="connsiteY24" fmla="*/ 2925297 h 4526280"/>
              <a:gd name="connsiteX25" fmla="*/ 4651718 w 4651718"/>
              <a:gd name="connsiteY25" fmla="*/ 2925297 h 4526280"/>
              <a:gd name="connsiteX26" fmla="*/ 4651718 w 4651718"/>
              <a:gd name="connsiteY26" fmla="*/ 3771885 h 4526280"/>
              <a:gd name="connsiteX27" fmla="*/ 4430762 w 4651718"/>
              <a:gd name="connsiteY27" fmla="*/ 4305323 h 452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51718" h="4526280">
                <a:moveTo>
                  <a:pt x="1381118" y="1464056"/>
                </a:moveTo>
                <a:cubicBezTo>
                  <a:pt x="1244599" y="1600575"/>
                  <a:pt x="1056000" y="1685013"/>
                  <a:pt x="847680" y="1685013"/>
                </a:cubicBezTo>
                <a:lnTo>
                  <a:pt x="2" y="1685013"/>
                </a:lnTo>
                <a:lnTo>
                  <a:pt x="2" y="754396"/>
                </a:lnTo>
                <a:cubicBezTo>
                  <a:pt x="2" y="337754"/>
                  <a:pt x="337756" y="1"/>
                  <a:pt x="754397" y="1"/>
                </a:cubicBezTo>
                <a:lnTo>
                  <a:pt x="1602075" y="1"/>
                </a:lnTo>
                <a:lnTo>
                  <a:pt x="1602075" y="930618"/>
                </a:lnTo>
                <a:cubicBezTo>
                  <a:pt x="1602076" y="1138937"/>
                  <a:pt x="1517637" y="1327537"/>
                  <a:pt x="1381118" y="1464056"/>
                </a:cubicBezTo>
                <a:close/>
                <a:moveTo>
                  <a:pt x="4651717" y="2806718"/>
                </a:moveTo>
                <a:lnTo>
                  <a:pt x="3600953" y="2806718"/>
                </a:lnTo>
                <a:cubicBezTo>
                  <a:pt x="3184313" y="2806718"/>
                  <a:pt x="2846558" y="3144471"/>
                  <a:pt x="2846559" y="3561112"/>
                </a:cubicBezTo>
                <a:lnTo>
                  <a:pt x="2846558" y="4526279"/>
                </a:lnTo>
                <a:lnTo>
                  <a:pt x="754396" y="4526280"/>
                </a:lnTo>
                <a:cubicBezTo>
                  <a:pt x="337755" y="4526280"/>
                  <a:pt x="1" y="4188526"/>
                  <a:pt x="0" y="3771885"/>
                </a:cubicBezTo>
                <a:lnTo>
                  <a:pt x="1" y="1803592"/>
                </a:lnTo>
                <a:lnTo>
                  <a:pt x="967833" y="1803592"/>
                </a:lnTo>
                <a:cubicBezTo>
                  <a:pt x="1384474" y="1803591"/>
                  <a:pt x="1722228" y="1465838"/>
                  <a:pt x="1722228" y="1049197"/>
                </a:cubicBezTo>
                <a:lnTo>
                  <a:pt x="1722228" y="0"/>
                </a:lnTo>
                <a:lnTo>
                  <a:pt x="3897323" y="0"/>
                </a:lnTo>
                <a:cubicBezTo>
                  <a:pt x="4313964" y="0"/>
                  <a:pt x="4651718" y="337754"/>
                  <a:pt x="4651718" y="754395"/>
                </a:cubicBezTo>
                <a:close/>
                <a:moveTo>
                  <a:pt x="4430762" y="4305323"/>
                </a:moveTo>
                <a:cubicBezTo>
                  <a:pt x="4294243" y="4441841"/>
                  <a:pt x="4105644" y="4526280"/>
                  <a:pt x="3897323" y="4526280"/>
                </a:cubicBezTo>
                <a:lnTo>
                  <a:pt x="2966712" y="4526280"/>
                </a:lnTo>
                <a:lnTo>
                  <a:pt x="2966713" y="3679693"/>
                </a:lnTo>
                <a:cubicBezTo>
                  <a:pt x="2966712" y="3263051"/>
                  <a:pt x="3304467" y="2925298"/>
                  <a:pt x="3721108" y="2925297"/>
                </a:cubicBezTo>
                <a:lnTo>
                  <a:pt x="4651718" y="2925297"/>
                </a:lnTo>
                <a:lnTo>
                  <a:pt x="4651718" y="3771885"/>
                </a:lnTo>
                <a:cubicBezTo>
                  <a:pt x="4651718" y="3980205"/>
                  <a:pt x="4567280" y="4168804"/>
                  <a:pt x="4430762" y="4305323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38" name="Forma Livre 37">
            <a:extLst>
              <a:ext uri="{FF2B5EF4-FFF2-40B4-BE49-F238E27FC236}">
                <a16:creationId xmlns:a16="http://schemas.microsoft.com/office/drawing/2014/main" id="{993DEFBA-21C2-7C34-1298-9AC5B34A59D6}"/>
              </a:ext>
            </a:extLst>
          </p:cNvPr>
          <p:cNvSpPr/>
          <p:nvPr/>
        </p:nvSpPr>
        <p:spPr>
          <a:xfrm rot="18902541">
            <a:off x="6925900" y="-156950"/>
            <a:ext cx="4387601" cy="4302117"/>
          </a:xfrm>
          <a:custGeom>
            <a:avLst/>
            <a:gdLst>
              <a:gd name="connsiteX0" fmla="*/ 4172198 w 4387601"/>
              <a:gd name="connsiteY0" fmla="*/ 215404 h 4302117"/>
              <a:gd name="connsiteX1" fmla="*/ 4387601 w 4387601"/>
              <a:gd name="connsiteY1" fmla="*/ 735433 h 4302117"/>
              <a:gd name="connsiteX2" fmla="*/ 4387601 w 4387601"/>
              <a:gd name="connsiteY2" fmla="*/ 3677079 h 4302117"/>
              <a:gd name="connsiteX3" fmla="*/ 4063355 w 4387601"/>
              <a:gd name="connsiteY3" fmla="*/ 4286912 h 4302117"/>
              <a:gd name="connsiteX4" fmla="*/ 4035342 w 4387601"/>
              <a:gd name="connsiteY4" fmla="*/ 4302117 h 4302117"/>
              <a:gd name="connsiteX5" fmla="*/ 4087519 w 4387601"/>
              <a:gd name="connsiteY5" fmla="*/ 4205988 h 4302117"/>
              <a:gd name="connsiteX6" fmla="*/ 4145313 w 4387601"/>
              <a:gd name="connsiteY6" fmla="*/ 3919725 h 4302117"/>
              <a:gd name="connsiteX7" fmla="*/ 4145313 w 4387601"/>
              <a:gd name="connsiteY7" fmla="*/ 978079 h 4302117"/>
              <a:gd name="connsiteX8" fmla="*/ 3409880 w 4387601"/>
              <a:gd name="connsiteY8" fmla="*/ 242646 h 4302117"/>
              <a:gd name="connsiteX9" fmla="*/ 383174 w 4387601"/>
              <a:gd name="connsiteY9" fmla="*/ 242646 h 4302117"/>
              <a:gd name="connsiteX10" fmla="*/ 96910 w 4387601"/>
              <a:gd name="connsiteY10" fmla="*/ 300440 h 4302117"/>
              <a:gd name="connsiteX11" fmla="*/ 0 w 4387601"/>
              <a:gd name="connsiteY11" fmla="*/ 353041 h 4302117"/>
              <a:gd name="connsiteX12" fmla="*/ 15630 w 4387601"/>
              <a:gd name="connsiteY12" fmla="*/ 324246 h 4302117"/>
              <a:gd name="connsiteX13" fmla="*/ 625461 w 4387601"/>
              <a:gd name="connsiteY13" fmla="*/ 0 h 4302117"/>
              <a:gd name="connsiteX14" fmla="*/ 3652168 w 4387601"/>
              <a:gd name="connsiteY14" fmla="*/ 0 h 4302117"/>
              <a:gd name="connsiteX15" fmla="*/ 4172198 w 4387601"/>
              <a:gd name="connsiteY15" fmla="*/ 215404 h 430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87601" h="4302117">
                <a:moveTo>
                  <a:pt x="4172198" y="215404"/>
                </a:moveTo>
                <a:cubicBezTo>
                  <a:pt x="4305284" y="348490"/>
                  <a:pt x="4387601" y="532349"/>
                  <a:pt x="4387601" y="735433"/>
                </a:cubicBezTo>
                <a:lnTo>
                  <a:pt x="4387601" y="3677079"/>
                </a:lnTo>
                <a:cubicBezTo>
                  <a:pt x="4387600" y="3930934"/>
                  <a:pt x="4258981" y="4154749"/>
                  <a:pt x="4063355" y="4286912"/>
                </a:cubicBezTo>
                <a:lnTo>
                  <a:pt x="4035342" y="4302117"/>
                </a:lnTo>
                <a:lnTo>
                  <a:pt x="4087519" y="4205988"/>
                </a:lnTo>
                <a:cubicBezTo>
                  <a:pt x="4124734" y="4118003"/>
                  <a:pt x="4145313" y="4021267"/>
                  <a:pt x="4145313" y="3919725"/>
                </a:cubicBezTo>
                <a:lnTo>
                  <a:pt x="4145313" y="978079"/>
                </a:lnTo>
                <a:cubicBezTo>
                  <a:pt x="4145313" y="571911"/>
                  <a:pt x="3816048" y="242646"/>
                  <a:pt x="3409880" y="242646"/>
                </a:cubicBezTo>
                <a:lnTo>
                  <a:pt x="383174" y="242646"/>
                </a:lnTo>
                <a:cubicBezTo>
                  <a:pt x="281632" y="242646"/>
                  <a:pt x="184896" y="263225"/>
                  <a:pt x="96910" y="300440"/>
                </a:cubicBezTo>
                <a:lnTo>
                  <a:pt x="0" y="353041"/>
                </a:lnTo>
                <a:lnTo>
                  <a:pt x="15630" y="324246"/>
                </a:lnTo>
                <a:cubicBezTo>
                  <a:pt x="147792" y="128619"/>
                  <a:pt x="371607" y="0"/>
                  <a:pt x="625461" y="0"/>
                </a:cubicBezTo>
                <a:lnTo>
                  <a:pt x="3652168" y="0"/>
                </a:lnTo>
                <a:cubicBezTo>
                  <a:pt x="3855252" y="0"/>
                  <a:pt x="4039110" y="82316"/>
                  <a:pt x="4172198" y="215404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37" name="Forma Livre 36">
            <a:extLst>
              <a:ext uri="{FF2B5EF4-FFF2-40B4-BE49-F238E27FC236}">
                <a16:creationId xmlns:a16="http://schemas.microsoft.com/office/drawing/2014/main" id="{E3D8D523-FFF0-7EFC-0E81-A3BBFC743E8D}"/>
              </a:ext>
            </a:extLst>
          </p:cNvPr>
          <p:cNvSpPr/>
          <p:nvPr/>
        </p:nvSpPr>
        <p:spPr>
          <a:xfrm rot="18902541">
            <a:off x="7912982" y="36972"/>
            <a:ext cx="4387602" cy="4302117"/>
          </a:xfrm>
          <a:custGeom>
            <a:avLst/>
            <a:gdLst>
              <a:gd name="connsiteX0" fmla="*/ 4387602 w 4387602"/>
              <a:gd name="connsiteY0" fmla="*/ 3949076 h 4302117"/>
              <a:gd name="connsiteX1" fmla="*/ 4371972 w 4387602"/>
              <a:gd name="connsiteY1" fmla="*/ 3977871 h 4302117"/>
              <a:gd name="connsiteX2" fmla="*/ 3762140 w 4387602"/>
              <a:gd name="connsiteY2" fmla="*/ 4302117 h 4302117"/>
              <a:gd name="connsiteX3" fmla="*/ 735434 w 4387602"/>
              <a:gd name="connsiteY3" fmla="*/ 4302117 h 4302117"/>
              <a:gd name="connsiteX4" fmla="*/ 0 w 4387602"/>
              <a:gd name="connsiteY4" fmla="*/ 3566684 h 4302117"/>
              <a:gd name="connsiteX5" fmla="*/ 1 w 4387602"/>
              <a:gd name="connsiteY5" fmla="*/ 625039 h 4302117"/>
              <a:gd name="connsiteX6" fmla="*/ 324247 w 4387602"/>
              <a:gd name="connsiteY6" fmla="*/ 15205 h 4302117"/>
              <a:gd name="connsiteX7" fmla="*/ 352260 w 4387602"/>
              <a:gd name="connsiteY7" fmla="*/ 0 h 4302117"/>
              <a:gd name="connsiteX8" fmla="*/ 300083 w 4387602"/>
              <a:gd name="connsiteY8" fmla="*/ 96129 h 4302117"/>
              <a:gd name="connsiteX9" fmla="*/ 242289 w 4387602"/>
              <a:gd name="connsiteY9" fmla="*/ 382393 h 4302117"/>
              <a:gd name="connsiteX10" fmla="*/ 242288 w 4387602"/>
              <a:gd name="connsiteY10" fmla="*/ 3324038 h 4302117"/>
              <a:gd name="connsiteX11" fmla="*/ 977722 w 4387602"/>
              <a:gd name="connsiteY11" fmla="*/ 4059471 h 4302117"/>
              <a:gd name="connsiteX12" fmla="*/ 4004428 w 4387602"/>
              <a:gd name="connsiteY12" fmla="*/ 4059471 h 4302117"/>
              <a:gd name="connsiteX13" fmla="*/ 4290691 w 4387602"/>
              <a:gd name="connsiteY13" fmla="*/ 4001677 h 4302117"/>
              <a:gd name="connsiteX14" fmla="*/ 4387602 w 4387602"/>
              <a:gd name="connsiteY14" fmla="*/ 3949076 h 430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87602" h="4302117">
                <a:moveTo>
                  <a:pt x="4387602" y="3949076"/>
                </a:moveTo>
                <a:lnTo>
                  <a:pt x="4371972" y="3977871"/>
                </a:lnTo>
                <a:cubicBezTo>
                  <a:pt x="4239809" y="4173498"/>
                  <a:pt x="4015995" y="4302117"/>
                  <a:pt x="3762140" y="4302117"/>
                </a:cubicBezTo>
                <a:lnTo>
                  <a:pt x="735434" y="4302117"/>
                </a:lnTo>
                <a:cubicBezTo>
                  <a:pt x="329266" y="4302117"/>
                  <a:pt x="1" y="3972852"/>
                  <a:pt x="0" y="3566684"/>
                </a:cubicBezTo>
                <a:lnTo>
                  <a:pt x="1" y="625039"/>
                </a:lnTo>
                <a:cubicBezTo>
                  <a:pt x="1" y="371183"/>
                  <a:pt x="128620" y="147368"/>
                  <a:pt x="324247" y="15205"/>
                </a:cubicBezTo>
                <a:lnTo>
                  <a:pt x="352260" y="0"/>
                </a:lnTo>
                <a:lnTo>
                  <a:pt x="300083" y="96129"/>
                </a:lnTo>
                <a:cubicBezTo>
                  <a:pt x="262868" y="184115"/>
                  <a:pt x="242289" y="280850"/>
                  <a:pt x="242289" y="382393"/>
                </a:cubicBezTo>
                <a:lnTo>
                  <a:pt x="242288" y="3324038"/>
                </a:lnTo>
                <a:cubicBezTo>
                  <a:pt x="242289" y="3730206"/>
                  <a:pt x="571554" y="4059471"/>
                  <a:pt x="977722" y="4059471"/>
                </a:cubicBezTo>
                <a:lnTo>
                  <a:pt x="4004428" y="4059471"/>
                </a:lnTo>
                <a:cubicBezTo>
                  <a:pt x="4105970" y="4059471"/>
                  <a:pt x="4202705" y="4038892"/>
                  <a:pt x="4290691" y="4001677"/>
                </a:cubicBezTo>
                <a:lnTo>
                  <a:pt x="4387602" y="3949076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396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aixaDeTexto 27">
            <a:extLst>
              <a:ext uri="{FF2B5EF4-FFF2-40B4-BE49-F238E27FC236}">
                <a16:creationId xmlns:a16="http://schemas.microsoft.com/office/drawing/2014/main" id="{A840EE50-884C-D3BF-47B2-ADED8D5521FC}"/>
              </a:ext>
            </a:extLst>
          </p:cNvPr>
          <p:cNvSpPr txBox="1"/>
          <p:nvPr/>
        </p:nvSpPr>
        <p:spPr>
          <a:xfrm>
            <a:off x="5400730" y="1982450"/>
            <a:ext cx="64483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dirty="0">
                <a:latin typeface="Phosphate Inline" panose="02000506050000020004" pitchFamily="2" charset="77"/>
                <a:ea typeface="ADLaM Display" panose="02010000000000000000" pitchFamily="2" charset="77"/>
                <a:cs typeface="Phosphate Inline" panose="02000506050000020004" pitchFamily="2" charset="77"/>
              </a:rPr>
              <a:t>MAPA </a:t>
            </a:r>
            <a:r>
              <a:rPr lang="pt-BR" sz="4000" dirty="0">
                <a:latin typeface="The Hand" panose="03070502030502020204" pitchFamily="66" charset="0"/>
                <a:ea typeface="ADLaM Display" panose="02010000000000000000" pitchFamily="2" charset="77"/>
                <a:cs typeface="ADLaM Display" panose="02010000000000000000" pitchFamily="2" charset="77"/>
              </a:rPr>
              <a:t>DE REQUISITOS</a:t>
            </a:r>
            <a:endParaRPr lang="pt-BR" sz="2400" dirty="0">
              <a:latin typeface="Abadi" panose="020B0604020104020204" pitchFamily="34" charset="77"/>
            </a:endParaRPr>
          </a:p>
        </p:txBody>
      </p:sp>
      <p:pic>
        <p:nvPicPr>
          <p:cNvPr id="4" name="Espaço Reservado para 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28E34EBB-4E01-A5BD-E54A-437DD386237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2667" r="22667"/>
          <a:stretch>
            <a:fillRect/>
          </a:stretch>
        </p:blipFill>
        <p:spPr>
          <a:xfrm>
            <a:off x="83160" y="426649"/>
            <a:ext cx="5864185" cy="5865352"/>
          </a:xfrm>
        </p:spPr>
      </p:pic>
      <p:sp>
        <p:nvSpPr>
          <p:cNvPr id="15" name="Forma Livre 14">
            <a:extLst>
              <a:ext uri="{FF2B5EF4-FFF2-40B4-BE49-F238E27FC236}">
                <a16:creationId xmlns:a16="http://schemas.microsoft.com/office/drawing/2014/main" id="{56BCA7F2-9877-CA29-BBC0-D95B4B0A302C}"/>
              </a:ext>
            </a:extLst>
          </p:cNvPr>
          <p:cNvSpPr/>
          <p:nvPr/>
        </p:nvSpPr>
        <p:spPr>
          <a:xfrm rot="8104790">
            <a:off x="9733139" y="5770589"/>
            <a:ext cx="2648854" cy="1042825"/>
          </a:xfrm>
          <a:custGeom>
            <a:avLst/>
            <a:gdLst>
              <a:gd name="connsiteX0" fmla="*/ 215405 w 2648854"/>
              <a:gd name="connsiteY0" fmla="*/ 827422 h 1042825"/>
              <a:gd name="connsiteX1" fmla="*/ 0 w 2648854"/>
              <a:gd name="connsiteY1" fmla="*/ 307392 h 1042825"/>
              <a:gd name="connsiteX2" fmla="*/ 0 w 2648854"/>
              <a:gd name="connsiteY2" fmla="*/ 242964 h 1042825"/>
              <a:gd name="connsiteX3" fmla="*/ 242288 w 2648854"/>
              <a:gd name="connsiteY3" fmla="*/ 0 h 1042825"/>
              <a:gd name="connsiteX4" fmla="*/ 242288 w 2648854"/>
              <a:gd name="connsiteY4" fmla="*/ 64746 h 1042825"/>
              <a:gd name="connsiteX5" fmla="*/ 977723 w 2648854"/>
              <a:gd name="connsiteY5" fmla="*/ 800178 h 1042825"/>
              <a:gd name="connsiteX6" fmla="*/ 2405530 w 2648854"/>
              <a:gd name="connsiteY6" fmla="*/ 800177 h 1042825"/>
              <a:gd name="connsiteX7" fmla="*/ 2648854 w 2648854"/>
              <a:gd name="connsiteY7" fmla="*/ 1042825 h 1042825"/>
              <a:gd name="connsiteX8" fmla="*/ 735434 w 2648854"/>
              <a:gd name="connsiteY8" fmla="*/ 1042824 h 1042825"/>
              <a:gd name="connsiteX9" fmla="*/ 215405 w 2648854"/>
              <a:gd name="connsiteY9" fmla="*/ 827422 h 10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48854" h="1042825">
                <a:moveTo>
                  <a:pt x="215405" y="827422"/>
                </a:moveTo>
                <a:cubicBezTo>
                  <a:pt x="82318" y="694334"/>
                  <a:pt x="1" y="510475"/>
                  <a:pt x="0" y="307392"/>
                </a:cubicBezTo>
                <a:lnTo>
                  <a:pt x="0" y="242964"/>
                </a:lnTo>
                <a:lnTo>
                  <a:pt x="242288" y="0"/>
                </a:lnTo>
                <a:lnTo>
                  <a:pt x="242288" y="64746"/>
                </a:lnTo>
                <a:cubicBezTo>
                  <a:pt x="242289" y="470914"/>
                  <a:pt x="571554" y="800179"/>
                  <a:pt x="977723" y="800178"/>
                </a:cubicBezTo>
                <a:lnTo>
                  <a:pt x="2405530" y="800177"/>
                </a:lnTo>
                <a:lnTo>
                  <a:pt x="2648854" y="1042825"/>
                </a:lnTo>
                <a:lnTo>
                  <a:pt x="735434" y="1042824"/>
                </a:lnTo>
                <a:cubicBezTo>
                  <a:pt x="532350" y="1042823"/>
                  <a:pt x="348492" y="960508"/>
                  <a:pt x="215405" y="82742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5" name="Forma Livre 24">
            <a:extLst>
              <a:ext uri="{FF2B5EF4-FFF2-40B4-BE49-F238E27FC236}">
                <a16:creationId xmlns:a16="http://schemas.microsoft.com/office/drawing/2014/main" id="{B87B9983-DEA3-A7D7-7B6B-EA43BF557504}"/>
              </a:ext>
            </a:extLst>
          </p:cNvPr>
          <p:cNvSpPr/>
          <p:nvPr/>
        </p:nvSpPr>
        <p:spPr>
          <a:xfrm>
            <a:off x="9636499" y="1"/>
            <a:ext cx="2555501" cy="1619250"/>
          </a:xfrm>
          <a:custGeom>
            <a:avLst/>
            <a:gdLst>
              <a:gd name="connsiteX0" fmla="*/ 0 w 2555501"/>
              <a:gd name="connsiteY0" fmla="*/ 0 h 1621909"/>
              <a:gd name="connsiteX1" fmla="*/ 342393 w 2555501"/>
              <a:gd name="connsiteY1" fmla="*/ 0 h 1621909"/>
              <a:gd name="connsiteX2" fmla="*/ 1404044 w 2555501"/>
              <a:gd name="connsiteY2" fmla="*/ 1063222 h 1621909"/>
              <a:gd name="connsiteX3" fmla="*/ 2444104 w 2555501"/>
              <a:gd name="connsiteY3" fmla="*/ 1063990 h 1621909"/>
              <a:gd name="connsiteX4" fmla="*/ 2555501 w 2555501"/>
              <a:gd name="connsiteY4" fmla="*/ 952758 h 1621909"/>
              <a:gd name="connsiteX5" fmla="*/ 2555501 w 2555501"/>
              <a:gd name="connsiteY5" fmla="*/ 1295657 h 1621909"/>
              <a:gd name="connsiteX6" fmla="*/ 2444103 w 2555501"/>
              <a:gd name="connsiteY6" fmla="*/ 1406890 h 1621909"/>
              <a:gd name="connsiteX7" fmla="*/ 1404043 w 2555501"/>
              <a:gd name="connsiteY7" fmla="*/ 1406122 h 1621909"/>
              <a:gd name="connsiteX8" fmla="*/ 0 w 2555501"/>
              <a:gd name="connsiteY8" fmla="*/ 0 h 1621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5501" h="1621909">
                <a:moveTo>
                  <a:pt x="0" y="0"/>
                </a:moveTo>
                <a:lnTo>
                  <a:pt x="342393" y="0"/>
                </a:lnTo>
                <a:lnTo>
                  <a:pt x="1404044" y="1063222"/>
                </a:lnTo>
                <a:cubicBezTo>
                  <a:pt x="1691036" y="1350638"/>
                  <a:pt x="2156687" y="1350982"/>
                  <a:pt x="2444104" y="1063990"/>
                </a:cubicBezTo>
                <a:lnTo>
                  <a:pt x="2555501" y="952758"/>
                </a:lnTo>
                <a:lnTo>
                  <a:pt x="2555501" y="1295657"/>
                </a:lnTo>
                <a:lnTo>
                  <a:pt x="2444103" y="1406890"/>
                </a:lnTo>
                <a:cubicBezTo>
                  <a:pt x="2156687" y="1693882"/>
                  <a:pt x="1691036" y="1693538"/>
                  <a:pt x="1404043" y="140612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96365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2</vt:i4>
      </vt:variant>
    </vt:vector>
  </HeadingPairs>
  <TitlesOfParts>
    <vt:vector size="11" baseType="lpstr">
      <vt:lpstr>Abadi</vt:lpstr>
      <vt:lpstr>Aptos</vt:lpstr>
      <vt:lpstr>Aptos Display</vt:lpstr>
      <vt:lpstr>Arial</vt:lpstr>
      <vt:lpstr>Phosphate Inline</vt:lpstr>
      <vt:lpstr>The Hand</vt:lpstr>
      <vt:lpstr>Tema do Office</vt:lpstr>
      <vt:lpstr>Personalizar design</vt:lpstr>
      <vt:lpstr>1_Personalizar design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EMELLY DA PAIXAO LIMA</dc:creator>
  <cp:lastModifiedBy>EMELLY DA PAIXAO LIMA</cp:lastModifiedBy>
  <cp:revision>1</cp:revision>
  <dcterms:created xsi:type="dcterms:W3CDTF">2025-11-10T18:10:44Z</dcterms:created>
  <dcterms:modified xsi:type="dcterms:W3CDTF">2025-11-10T21:17:39Z</dcterms:modified>
</cp:coreProperties>
</file>